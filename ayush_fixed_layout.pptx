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5000" b="1">
                <a:solidFill>
                  <a:srgbClr val="8B5CF6"/>
                </a:solidFill>
              </a:defRPr>
            </a:pPr>
            <a:r>
              <a:t>INTERNET</a:t>
            </a:r>
            <a:br/>
            <a:r>
              <a:t>GOVERNANCE</a:t>
            </a:r>
          </a:p>
          <a:p>
            <a:pPr>
              <a:defRPr sz="2000">
                <a:solidFill>
                  <a:srgbClr val="F3F4F6"/>
                </a:solidFill>
              </a:defRPr>
            </a:pPr>
            <a:r>
              <a:t>Managing the Global Digital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F3F4F6"/>
                </a:solidFill>
              </a:defRPr>
            </a:pPr>
            <a:r>
              <a:t>Khunt Ayush P.</a:t>
            </a:r>
            <a:br/>
            <a:r>
              <a:t>Enroll No: 23ss02it094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Rules and policies shaping the internet.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Multiple stakeholders involved.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Ensures a secure and open network.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Maintains privacy and security.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Promotes freedom of expression.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Helps manage cybercrime threats.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Key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Governments: Create regulations.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Private Sector: Tech companies.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Technical Community: Engineers.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Openness: Free flow of info.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Security: Threat protection.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Stability: Reliable infrastructure.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Major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ICANN: Domain names and IPs.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ITU: Telecom standards.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IGF: Global discussion forum.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Governance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Cybersecurity threats.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Data privacy concerns.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Digital divide and censorship.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Privacy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Protection of personal data.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GDPR and data regulations.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Rise in hacking and phishing.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Growing role of AI.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Global digital rights focus.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Expanding worldwide access.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Ensures a safe digital world.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Requires multi-stakeholder effort.</a:t>
            </a:r>
          </a:p>
          <a:p>
            <a:pPr>
              <a:spcAft>
                <a:spcPts val="1200"/>
              </a:spcAft>
              <a:defRPr sz="1800">
                <a:solidFill>
                  <a:srgbClr val="F3F4F6"/>
                </a:solidFill>
              </a:defRPr>
            </a:pPr>
            <a:r>
              <a:t>• Essential for communication.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38912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F3F4F6"/>
                </a:solidFill>
              </a:defRPr>
            </a:pPr>
            <a:r>
              <a:t>Any Questions?</a:t>
            </a:r>
            <a:br/>
            <a:r>
              <a:t>Presenter: Khunt Ayush P.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828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