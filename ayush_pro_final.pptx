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8B5CF6"/>
                </a:solidFill>
              </a:defRPr>
            </a:pPr>
            <a:r>
              <a:t>INTERNET GOVERNANCE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3F4F6"/>
                </a:solidFill>
              </a:defRPr>
            </a:pPr>
            <a:r>
              <a:t>Name: 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Involves governments, companies, and users.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Openness: Free flow of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Security: Protection from threats.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3F4F6"/>
                </a:solidFill>
              </a:defRPr>
            </a:pPr>
            <a:r>
              <a:t>Any Questions?</a:t>
            </a:r>
          </a:p>
          <a:p>
            <a:pPr algn="ctr">
              <a:defRPr sz="2200">
                <a:solidFill>
                  <a:srgbClr val="8B5CF6"/>
                </a:solidFill>
              </a:defRPr>
            </a:pPr>
            <a:r>
              <a:t>Presenter: Khunt Ayush P.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0116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