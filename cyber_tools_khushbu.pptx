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A3E635"/>
                </a:solidFill>
              </a:defRPr>
            </a:pPr>
            <a:r>
              <a:t>CYBER SECURITY</a:t>
            </a:r>
            <a:br/>
            <a:r>
              <a:t>TOOLS &amp; TECH</a:t>
            </a:r>
          </a:p>
          <a:p>
            <a:pPr>
              <a:defRPr sz="2200">
                <a:solidFill>
                  <a:srgbClr val="F3F4F6"/>
                </a:solidFill>
              </a:defRPr>
            </a:pPr>
            <a:r>
              <a:t>Protecting Digital Systems and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3F4F6"/>
                </a:solidFill>
              </a:defRPr>
            </a:pPr>
            <a:r>
              <a:t>Name: Khushbu Patel</a:t>
            </a:r>
            <a:br/>
            <a:r>
              <a:t>Enroll No: 23ss02it137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Protects systems, networks, and data.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Helps detect, prevent, and respond.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Rising importance due to cybercrime.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Why Tools are 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Protect sensitive data &amp; privacy.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Prevent hacking and malware.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Ensure system reliability and trust.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Types of Security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Network &amp; Endpoint Security.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Application &amp; Cloud Security.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Identity &amp; Access Management.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Network Security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Firewalls &amp; VPNs.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Intrusion Detection (IDS).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Intrusion Prevention (IPS).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Endpoint Security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Antivirus &amp; Anti-malware.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Device encryption methods.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Mobile security applications.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Application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Web App Firewalls (WAF).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Code analysis &amp; Bug tracking.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Penetration testing tools.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Popular Security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Wireshark &amp; Nmap.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Metasploit &amp; Kali Linux.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Norton &amp; McAfee antivirus.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Emerging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AI and Machine Learning.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Blockchain &amp; Zero Trust.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Cloud security tech.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Essential for modern safety.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Requires continuous updates.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Awareness is key to protection.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400" b="1">
                <a:solidFill>
                  <a:srgbClr val="A3E635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3F4F6"/>
                </a:solidFill>
              </a:defRPr>
            </a:pPr>
            <a:r>
              <a:t>Any Questions?</a:t>
            </a:r>
            <a:br/>
            <a:r>
              <a:t>Khushbu Patel | 23ss02it137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